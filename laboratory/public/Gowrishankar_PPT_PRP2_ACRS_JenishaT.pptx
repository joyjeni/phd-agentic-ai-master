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hf sldNum="1" hdr="0" ftr="1" dt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hf sldNum="1" hdr="0" ftr="1" dt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hf sldNum="1" hdr="0" ftr="1" dt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hf sldNum="1" hdr="0" ftr="1" dt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hf sldNum="1" hdr="0" ftr="1" dt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hf sldNum="1" hdr="0" ftr="1" dt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hf sldNum="1" hdr="0" ftr="1" dt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hf sldNum="1" hdr="0" ftr="1" dt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hf sldNum="1" hdr="0" ftr="1" dt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hf sldNum="1" hdr="0" ftr="1" dt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hf sldNum="1" hdr="0" ftr="1" dt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6032" y="6565392"/>
            <a:ext cx="3108960" cy="256032"/>
          </a:xfrm>
          <a:prstGeom prst="rect">
            <a:avLst/>
          </a:prstGeom>
        </p:spPr>
        <p:txBody>
          <a:bodyPr vert="horz" lIns="91440" tIns="45720" rIns="91440" bIns="45720" rtlCol="0" anchor="ctr" wrap="none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3280" y="6565392"/>
            <a:ext cx="5760720" cy="256032"/>
          </a:xfrm>
          <a:prstGeom prst="rect">
            <a:avLst/>
          </a:prstGeom>
        </p:spPr>
        <p:txBody>
          <a:bodyPr vert="horz" lIns="91440" tIns="45720" rIns="91440" bIns="45720" rtlCol="0" anchor="ctr" wrap="none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01200" y="6565392"/>
            <a:ext cx="2286000" cy="256032"/>
          </a:xfrm>
          <a:prstGeom prst="rect">
            <a:avLst/>
          </a:prstGeom>
        </p:spPr>
        <p:txBody>
          <a:bodyPr vert="horz" lIns="91440" tIns="45720" rIns="91440" bIns="45720" rtlCol="0" anchor="ctr" wrap="none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hf sldNum="1" hdr="0" ftr="1" dt="1"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Adaptive Context Reasoning System (ACRS)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A Structural Orchestration Layer for Multi-Agent LLM Ecosystems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Presented By: Jenisha T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(Reg. No. 24ETRP720001)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Supervisor: Dr. Jyothi A 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Department of Computer Science and Engineering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Faculty of Engineering and Technology, MSRUAS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Proposal stage. No empirical performance claims. Live Indian Open Government Data is a methodological constraint, not a result.</a:t>
            </a:r>
          </a:p>
        </p:txBody>
      </p:sp>
      <p:sp>
        <p:nvSpPr>
          <p:cNvPr id="4001" name="Automatic Date 1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d71baf80-5258-41ee-8fd2-382f927572be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1" name="Automatic Slide Number 1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92c44f60-c4e4-4a6f-9559-5ef99c7ba133}" type="slidenum">
              <a:rPr lang="en-GB" sz="1000" dirty="0">
                <a:solidFill>
                  <a:srgbClr val="C4A35A"/>
                </a:solidFill>
                <a:latin typeface="Calibri"/>
              </a:rPr>
              <a:t>1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student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student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Attribute and Details as recorded for the FET research-proposal template.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1993392"/>
          <a:ext cx="115214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860"/>
                <a:gridCol w="7834579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Full Name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Jenisha 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Registration Number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24ETRP720001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Date of Registration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04-Sept-2024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Computer Science and Engineering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Faculty/School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FET (Faculty of Engineering and Technology)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Course Type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Part Time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Contact Address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#123, MSR Nagar, Bangalore. Phone: +91-XXXXXXXXXX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Email Address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jenisha.t@msruas.ac.in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Research Topic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Adaptive Context Reasoning System (ACRS)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Supervisor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Dr. Jyothi A P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</a:tbl>
          </a:graphicData>
        </a:graphic>
      </p:graphicFrame>
      <p:sp>
        <p:nvSpPr>
          <p:cNvPr id="4002" name="Automatic Date 2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3282c333-6e27-41c4-bffc-44c1acb576f9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2" name="Automatic Slide Number 2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6f87e086-c5b0-4fe8-9ac1-cbc9c45fd56d}" type="slidenum">
              <a:rPr lang="en-GB" sz="1000" dirty="0">
                <a:solidFill>
                  <a:srgbClr val="C4A35A"/>
                </a:solidFill>
                <a:latin typeface="Calibri"/>
              </a:rPr>
              <a:t>2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Contents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Nine required sections plus the FET mapping To Solve the Research Gap. Literature Review follows the Evidence 1, Evidence 2, … template. After the literature summary, each limitation is closed by a named ACRS module. Research Methodology is expanded for each objective (O1 SATR, O2 APRR, O3 MNCD, O4 FCNP), the integrated loop, the exact repository formulas, and two worked traces (ToolBench-schema ranking; live data.gov.in). Objective order is SATR → APRR → MNCD → FCNP (not SMART).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93392"/>
            <a:ext cx="11338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01   Introduction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02   Literature Review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03   Summary of Literature Review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03a   To Solve the Research Gap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04   Identified Research Problem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05   Research Title &amp; Aim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06   Research Objectives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07   Research Questions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   Research Methodology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08a   Methodology — O1 SATR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08b   Methodology — O2 APRR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08c   Methodology — O3 MNCD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08d   Methodology — O4 FCNP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08e   Methodology — integrated loop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08f   Methodology — implementation formulas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08g   Methodology — ToolBench walkthrough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08h   Methodology — data.gov.in walkthrough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09   Conclusion</a:t>
            </a:r>
          </a:p>
        </p:txBody>
      </p:sp>
      <p:sp>
        <p:nvSpPr>
          <p:cNvPr id="4003" name="Automatic Date 3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9a4fbf78-f12e-49aa-9788-d6d30dd14603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3" name="Automatic Slide Number 3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75382165-4812-411e-aa54-1e25131180c4}" type="slidenum">
              <a:rPr lang="en-GB" sz="1000" dirty="0">
                <a:solidFill>
                  <a:srgbClr val="C4A35A"/>
                </a:solidFill>
                <a:latin typeface="Calibri"/>
              </a:rPr>
              <a:t>3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This proposal treats multi-agent LLM systems as a computer-science systems problem: not a new foundation model, but a missing orchestration layer between session memory, specialist routing, live tools, and context growth.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Wang et al. survey LLM-based autonomous agents as a construction problem in Frontiers of Computer Science (2024, doi:10.1007/s11704-024-40231-1). He, Treude and Lo review LLM-based multi-agent systems for software engineering in ACM TOSEM (2025, doi:10.1145/3712003). Guo et al. survey LLM multi-agent profiling and communication at IJCAI-24 (doi:10.24963/ijcai.2024/890). Chang and Geng give transactional context management for multi-agent LLM planning in PVLDB 2025 (doi:10.14778/3750601.3750611).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Wu et al. introduce AutoGen as a conversation-driven programming framework in which agents exchange messages until a stopping condition (COLM 2024). Hong et al. encode Standard Operating Procedures into MetaGPT so that a software-company metaphor produces structured artefacts (ICLR 2024). Qian et al. organise ChatDev as a chat-chain of organisational roles (ACL 2024). Li et al. study communicative agents in CAMEL (NeurIPS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Tool use is a parallel line. Qin et al. release ToolLLM / ToolBench: 16k+ REST APIs, a DFSDT planner, and ToolEval (ICLR 2024). Zheng et al. add ToolRerank over ToolLLM candidates (LREC-COLING 2024). Learned routers (RouteLLM, MasRouter, PILOT) pick models or collaboration modes. LLMLingua shortens prompts by token importance (EMNLP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Those stacks still leave four operational surfaces underspecified as one contract: session–tool fusion, a training-free specialist posterior, fail-loud live Indian Open Government Data, and a mesh prune that writes a residue back into retrieval. The next slides record that literature as Evidence 1, Evidence 2, … in the FET template. Every Evidence block is a journal article or a top international conference paper.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ACRS is proposed as that missing layer. The integration order is SATR → APRR → MNCD → FCNP. The live demonstration corpus is Agriculture on data.gov.in. This deck does not claim a leaderboard number.</a:t>
            </a:r>
          </a:p>
        </p:txBody>
      </p:sp>
      <p:sp>
        <p:nvSpPr>
          <p:cNvPr id="4004" name="Automatic Date 4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0dcdaeb4-6425-4e4d-aeb2-4aa0b0e2d629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4" name="Automatic Slide Number 4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21984bfa-6b85-424e-a2a7-1a191f69139d}" type="slidenum">
              <a:rPr lang="en-GB" sz="1000" dirty="0">
                <a:solidFill>
                  <a:srgbClr val="C4A35A"/>
                </a:solidFill>
                <a:latin typeface="Calibri"/>
              </a:rPr>
              <a:t>4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FET template. Each paper is one Evidence block: Author(s), Year, Title, Publication, Objective, Methodology, Findings, Limitations, To solve the research gap. Publication is the journal or the full international conference proceedings title — not a preprint report.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1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Wang, L., Ma, C., Feng, X., Zhang, Z., Yang, H., Zhang, J., Chen, Z., Tang, J., Chen, X., Lin, Y., Zhao, W. X., Wei, Z., and Wen, J.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A survey on large language model based autonomous agents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Frontiers of Computer Science, 18, article 186345 (2024). doi:10.1007/s11704-024-40231-1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Unify how LLM-based autonomous agents are constructed, applied, and evaluated.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Journal survey of agent construction: a profile–memory–planning–action framework covering social science, natural science, and engineering applications.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Most published agents share a construction template, but coordination remains an open systems problem rather than a solved runtime.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The survey organises single- and multi-agent construction. It does not specify a closed SATR → APRR → MNCD → FCNP contract over live Indian Open Government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2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He, J., Treude, C., and Lo, D.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LLM-Based Multi-Agent Systems for Software Engineering: Literature Review, Vision, and the Road Ahead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ACM Transactions on Software Engineering and Methodology, 34(5), May 2025. doi:10.1145/3712003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Map LLM-based multi-agent (LMA) systems across the software development lifecycle.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Systematic review of primary LMA studies in software engineering, plus case studies of current frameworks and a two-phase research agenda.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Role-specialised LMA systems can divide software work, but agent synergy and trustworthiness remain research gaps.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The environment is a software project, not a ministry API. Orchestration is reviewed as chat/SOP collaboration, not a live (toolId, score, citation).</a:t>
            </a:r>
          </a:p>
        </p:txBody>
      </p:sp>
      <p:sp>
        <p:nvSpPr>
          <p:cNvPr id="4005" name="Automatic Date 5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f0867af2-9d98-4820-9d7c-4f6c6c1b4e22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5" name="Automatic Slide Number 5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03d0a7bb-bfe6-4a6e-b6fd-fc9e6c09aebd}" type="slidenum">
              <a:rPr lang="en-GB" sz="1000" dirty="0">
                <a:solidFill>
                  <a:srgbClr val="C4A35A"/>
                </a:solidFill>
                <a:latin typeface="Calibri"/>
              </a:rPr>
              <a:t>5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 — Evidence 3 &amp; Evidence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Continuation. Evidence 3 &amp; Evidence 4 in the same Evidence template.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Guo, T., Chen, X., Wang, Y., Chang, R., Pei, S., Chawla, N. V., Wiest, O., and Zhang, X.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Large Language Model based Multi-Agents: A Survey of Progress and Challenges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Proceedings of the Thirty-Third International Joint Conference on Artificial Intelligence (IJCAI-24), Survey Track, pages 8048–8057. doi:10.24963/ijcai.2024/890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Survey how LLM-based multi-agent systems are profiled, how they communicate, and how their capacities grow.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IJCAI survey track: domains and environments, agent profiling, communication mechanisms, and capacity-growth methods.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Published MAS work clusters on conversation, role profiles, and simulated worlds; live tool-identifier consensus is not the unit of analysis.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Communication is reviewed as natural-language exchange. There is no fail-loud live Open Government Data GET as the coordination object.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Chang, E. Y., and Geng, L.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SagaLLM: Context Management, Validation, and Transaction Guarantees for Multi-Agent LLM Planning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Proceedings of the VLDB Endowment (PVLDB), 18(12):4874–4886, 2025. doi:10.14778/3750601.3750611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Give multi-agent LLM planners persistent context, validation, and compensable transactions.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Saga-style checkpointing and compensation around multi-LLM planning, with independent validators and state tracking.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Transactional context management can recover multi-agent plans from disruption better than unconstrained chat loops.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Orchestration is a planning/transaction runtime. It does not maintain a training-free specialist posterior over Indian OGD tool families, nor cite a ministry UUID.</a:t>
            </a:r>
          </a:p>
        </p:txBody>
      </p:sp>
      <p:sp>
        <p:nvSpPr>
          <p:cNvPr id="4006" name="Automatic Date 6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14db6e45-e613-4f57-a6b2-5d017d02dfd2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6" name="Automatic Slide Number 6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e1424b5e-4f83-4f6a-87f1-ba4f4878446d}" type="slidenum">
              <a:rPr lang="en-GB" sz="1000" dirty="0">
                <a:solidFill>
                  <a:srgbClr val="C4A35A"/>
                </a:solidFill>
                <a:latin typeface="Calibri"/>
              </a:rPr>
              <a:t>6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 — Evidence 5 &amp; Evidence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Continuation. Evidence 5 &amp; Evidence 6 in the same Evidence template.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Wu, Q., Bansal, G., Zhang, J., Wu, Y., Li, B., Zhu, E., Jiang, L., Zhang, X., Zhang, S., Liu, J., Awadallah, A. H., White, R. W., Burger, D., and Wang, C.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AutoGen: Enabling Next-Gen LLM Applications via Multi-Agent Conversations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Proceedings of the First Conference on Language Modeling (COLM 2024)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Program LLM applications by composing multiple conversable agents.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Agents exchange natural-language messages until a stopping condition; modes mix LLMs, humans, and tools.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Conversation is a working programming model for multi-agent LLM applications.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The unit of coordination is a chat message, not a live (toolId, score, citation) on Indian Open Government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6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Hong, S., Zhuge, M., Chen, J., Zheng, X., Cheng, Y., Wang, J., Zhang, C., Wang, Z., Yau, S. K. S., Lin, Z., Zhou, L., Ran, C., Xiao, L., Wu, C., and Schmidhuber, J.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MetaGPT: Meta Programming for A Multi-Agent Collaborative Framework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Proceedings of the Twelfth International Conference on Learning Representations (ICLR 2024)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Reduce role drift in multi-agent software workflows by encoding human SOPs.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Standard Operating Procedures are written into prompt sequences; an assembly-line assigns roles.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Authored SOPs produce more coherent software artefacts than unconstrained chat agents.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Who speaks next is designed in advance. The graph is not updated from session-local affinity after a live tool call.</a:t>
            </a:r>
          </a:p>
        </p:txBody>
      </p:sp>
      <p:sp>
        <p:nvSpPr>
          <p:cNvPr id="4007" name="Automatic Date 7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80b00913-893a-4471-a7cf-625f85ea8a26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7" name="Automatic Slide Number 7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71cd3473-68cd-4a5a-800c-4791cfc239b5}" type="slidenum">
              <a:rPr lang="en-GB" sz="1000" dirty="0">
                <a:solidFill>
                  <a:srgbClr val="C4A35A"/>
                </a:solidFill>
                <a:latin typeface="Calibri"/>
              </a:rPr>
              <a:t>7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 — Evidence 7 &amp; Evidence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Continuation. Evidence 7 &amp; Evidence 8 in the same Evidence template.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7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Qian, C., Liu, W., Liu, H., Chen, N., Dang, Y., Li, J., Yang, C., Chen, W., Su, Y., Cong, X., Xu, J., Li, D., Liu, Z., and Sun, M.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ChatDev: Communicative Agents for Software Development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Proceedings of the 62nd Annual Meeting of the Association for Computational Linguistics (Volume 1: Long Papers), pages 15174–15186. doi:10.18653/v1/2024.acl-long.810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Organise specialised LLM agents as a chat-chain for software design, coding, and testing.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Chat chain (what to communicate) plus communicative dehallucination (how to communicate).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Natural-language design talk and code-level debug talk can be unified in one multi-agent loop.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The environment is a codebase, not a ministry API with a fail-loud live 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8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Li, G., Hammoud, H. A. A. K., Itani, H., Khizbullin, D., and Ghanem, B.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CAMEL: Communicative Agents for “Mind” Exploration of Large Language Model Society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Advances in Neural Information Processing Systems 36 (NeurIPS 2023)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Enable autonomous cooperation among communicative agents with minimal human steering.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Role-playing with inception prompting to keep agents on a human-specified task.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Inception prompting yields scalable multi-agent conversational data and cooperative behaviour.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No first-class vote over tool identifiers backed by Open Government Data.</a:t>
            </a:r>
          </a:p>
        </p:txBody>
      </p:sp>
      <p:sp>
        <p:nvSpPr>
          <p:cNvPr id="4008" name="Automatic Date 8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355fe881-3713-41b5-9e61-22eac1c78df8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8" name="Automatic Slide Number 8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94abc3fc-b33b-4e92-a246-746dd6ce8055}" type="slidenum">
              <a:rPr lang="en-GB" sz="1000" dirty="0">
                <a:solidFill>
                  <a:srgbClr val="C4A35A"/>
                </a:solidFill>
                <a:latin typeface="Calibri"/>
              </a:rPr>
              <a:t>8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 — Evidence 9 &amp; Evidence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Continuation. Evidence 9 &amp; Evidence 10 in the same Evidence template.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9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Qin, Y., Liang, S., Ye, Y., Zhu, K., Yan, L., Lu, Y., Lin, Y., Cong, X., Tang, X., Qian, B., Zhao, S., Hong, L., Tian, R., Xie, R., Zhou, J., Gerstein, M., Li, D., Liu, Z., and Sun, M.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ToolLLM: Facilitating Large Language Models to Master 16000+ Real-world APIs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Proceedings of the Twelfth International Conference on Learning Representations (ICLR 2024)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Give open LLMs general tool-use over a large real-world API catalogue.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ToolBench: 16,464 RapidAPI REST endpoints; SBERT retriever; DFSDT planner; ToolEval protocol.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A public ranking library and planner exist for large-scale tool use.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Retrieval is turn-amnesic. RapidAPI keys are not redistributable, so this lab cannot execute ToolBench endpoints live.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10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Zheng, Y., Li, P., Liu, W., Liu, Y., Luan, J., and Wang, B.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ToolRerank: Adaptive and Hierarchy-Aware Reranking for Tool Retrieval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Proceedings of the 2024 Joint International Conference on Computational Linguistics, Language Resources and Evaluation (LREC-COLING 2024), pages 16263–16273. ACL Anthology 2024.lrec-main.1413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Refine ToolLLM-style retrieval for seen versus unseen APIs and for tool-library hierarchy.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Adaptive truncation of seen/unseen APIs plus hierarchy-aware concentration or diversity.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Reranking the SBERT shortlist improves downstream tool execution quality.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Still query-only. Session co-activation and later write-back from a pruned mesh are unused.</a:t>
            </a:r>
          </a:p>
        </p:txBody>
      </p:sp>
      <p:sp>
        <p:nvSpPr>
          <p:cNvPr id="4009" name="Automatic Date 9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16d6341f-3d26-4718-830f-7d6c198fd3b6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9" name="Automatic Slide Number 9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9011e848-7ea6-478c-86c6-852cdf7dedcc}" type="slidenum">
              <a:rPr lang="en-GB" sz="1000" dirty="0">
                <a:solidFill>
                  <a:srgbClr val="C4A35A"/>
                </a:solidFill>
                <a:latin typeface="Calibri"/>
              </a:rPr>
              <a:t>9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 — Evidence 11 &amp; Evidence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Continuation. Evidence 11 &amp; Evidence 12 in the same Evidence template.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11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Ong, I., Almahairi, A., Wu, V., Chiang, W.-L., Wu, T., Gonzalez, J. E., Kadous, M. W., and Stoica, I.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RouteLLM: Learning to Route LLMs from Preference Data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Proceedings of the Thirteenth International Conference on Learning Representations (ICLR 2025)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Route each query between a stronger and a weaker LLM from human preference data.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Trained router plus data augmentation; deployed as a frozen policy at inference.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Preference-trained routers can cut cost while holding response quality on public benchmarks.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The object of routing is an LLM SKU, not a named Indian-OGD specialist with a training-free posterior.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12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Yue, Y., Zhang, G., Liu, B., Wan, G., Wang, K., Cheng, D., and Qi, 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MasRouter: Learning to Route LLMs for Multi-Agent Systems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Proceedings of the 63rd Annual Meeting of the Association for Computational Linguistics (Volume 1: Long Papers), pages 15549–15572. doi:10.18653/v1/2025.acl-long.757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Unify collaboration mode, role allocation, and LLM choice as one MAS routing problem.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Cascaded neural controller trained over multi-agent topologies.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A learned controller can assemble a cheaper MAS than a static multi-agent template.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Requires training. It does not maintain a Dirichlet–Thompson matrix over mandi / crop / rainfall specialists.</a:t>
            </a:r>
          </a:p>
        </p:txBody>
      </p:sp>
      <p:sp>
        <p:nvSpPr>
          <p:cNvPr id="4010" name="Automatic Date 10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80ef18aa-2b0f-4233-9d52-0fd9df770a24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0" name="Automatic Slide Number 10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0833e2d1-1197-4696-91a4-a3c44a98cec4}" type="slidenum">
              <a:rPr lang="en-GB" sz="1000" dirty="0">
                <a:solidFill>
                  <a:srgbClr val="C4A35A"/>
                </a:solidFill>
                <a:latin typeface="Calibri"/>
              </a:rPr>
              <a:t>10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 — Evidence 13 &amp; Evidence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Continuation. Evidence 13 &amp; Evidence 14 in the same Evidence template.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13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Panda, P., Magazine, R., Devaguptapu, C., Takemori, S., and Sharma, V.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Adaptive LLM Routing under Budget Constraints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Findings of the Association for Computational Linguistics: EMNLP 2025, pages 23934–23949. doi:10.18653/v1/2025.findings-emnlp.1301. Method name: PILOT (Preference-prior Informed LinUCB).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Treat LLM routing as a contextual bandit under a user budget.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Preference-prior LinUCB in a shared query–LLM embedding space, plus an online cost policy.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Bandit routing can adapt without exhaustive inference of every LLM on every query.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Routes foundation-model SKUs under a dollar budget, not tool-specialist agents after a live data.gov.in 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14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Jiang, H., Wu, Q., Lin, C.-Y., Yang, Y., and Qiu, L.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LLMLingua: Compressing Prompts for Accelerated Inference of Large Language Models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Proceedings of the 2023 Conference on Empirical Methods in Natural Language Processing, pages 13358–13376. doi:10.18653/v1/2023.emnlp-main.825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Shorten long prompts while keeping task performance.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Budget controller plus token-level iterative compression aligned to the target LLM.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Token-importance compression can reduce prompt length with limited quality loss.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Deletes tokens before the LLM. It does not prune a mesh by conductance or write live citations back into retrieval.</a:t>
            </a:r>
          </a:p>
        </p:txBody>
      </p:sp>
      <p:sp>
        <p:nvSpPr>
          <p:cNvPr id="4011" name="Automatic Date 11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a3c3ed8d-5eca-4b6c-affa-4463181892e0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1" name="Automatic Slide Number 11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0effeffd-2f24-4a9f-8898-95648ebb57b7}" type="slidenum">
              <a:rPr lang="en-GB" sz="1000" dirty="0">
                <a:solidFill>
                  <a:srgbClr val="C4A35A"/>
                </a:solidFill>
                <a:latin typeface="Calibri"/>
              </a:rPr>
              <a:t>11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 — Evidence 15 &amp; Evidence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Continuation. Evidence 15 &amp; Evidence 16 in the same Evidence template.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15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Park, J. S., O’Brien, J. C., Cai, C. J., Morris, M. R., Liang, P., and Bernstein, M. 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Generative Agents: Interactive Simulacra of Human Behavior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Proceedings of the 36th Annual ACM Symposium on User Interface Software and Technology (UIST 2023), Best Paper. doi:10.1145/3586183.3606763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Give LLM agents a long-term memory stream for believable behaviour in a sandbox.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Natural-language memory, reflection, and retrieval (recency, relevance, importance) inside a Sims-like town.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A memory stream supports individual plans and emergent social coordination among agents.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Memory lives in a sandbox simulation. It is not written back into a tool retriever over ministry APIs.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16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Tero, A., Takagi, S., Saigusa, T., Ito, K., Bebber, D. P., Fricker, M. D., Yumiki, K., Kobayashi, R., and Nakagaki, T.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2010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Rules for Biologically Inspired Adaptive Network Design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Science 327(5964):439–442. doi:10.1126/science.1177894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Capture how Physarum polycephalum grows efficient, fault-tolerant transport networks.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Feedback between tube conductance and protoplasmic flux; compared with the Tokyo rail system.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A local conductance update can yield globally efficient adaptive networks without a central planner.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A biological transport model, not an LLM context pruner. ACRS uses it as a design heuristic, not as a claim that the mesh is an organism.</a:t>
            </a:r>
          </a:p>
        </p:txBody>
      </p:sp>
      <p:sp>
        <p:nvSpPr>
          <p:cNvPr id="4012" name="Automatic Date 12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fe0c510a-1e40-42a6-b006-af52ef4bf2aa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2" name="Automatic Slide Number 12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12341f12-dc4b-4ec5-aef5-3c91ad41838e}" type="slidenum">
              <a:rPr lang="en-GB" sz="1000" dirty="0">
                <a:solidFill>
                  <a:srgbClr val="C4A35A"/>
                </a:solidFill>
                <a:latin typeface="Calibri"/>
              </a:rPr>
              <a:t>12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 — Evidence 17 &amp; Evidence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Continuation. Evidence 17 &amp; Evidence 18 in the same Evidence template.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17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Guo, H., Woodruff, A., and Yadav, A.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2020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Improving Lives of Indebted Farmers Using Deep Learning: Predicting Agricultural Produce Prices Using Convolutional Neural Networks (PECAD)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Proceedings of the AAAI Conference on Artificial Intelligence, 34(08):13294–13299. doi:10.1609/aaai.v34i08.7039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Use AGMARKNET price series as decision-support input for indebted farmers.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Convolutional networks over scraped agricultural produce prices.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AGMARKNET is a real Indian decision-support corpus, not a toy table.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A crop-price CNN is not a multi-agent live-OGD loop. Cited as domain precedent, not as a baseline to beat.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18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Yao, S., Zhao, J., Yu, D., Du, N., Shafran, I., Narasimhan, K., and Cao, 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ReAct: Synergizing Reasoning and Acting in Language Models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Proceedings of the Eleventh International Conference on Learning Representations (ICLR 2023)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Interleave reasoning traces with actions so a language model can use tools.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Thought–action–observation cycles on the already-chosen tool set.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Reasoning-and-acting beats reason-only or act-only prompting on several agent tasks.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Assumes the tool set is already determined. It does not fuse session co-activation into the next rank, nor cite a live data.gov.in UUID.</a:t>
            </a:r>
          </a:p>
        </p:txBody>
      </p:sp>
      <p:sp>
        <p:nvSpPr>
          <p:cNvPr id="4013" name="Automatic Date 13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c068383b-94a3-4f48-a86f-e712d0cabad4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3" name="Automatic Slide Number 13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2c704d7-b40d-4475-adbb-8cad5ec62fef}" type="slidenum">
              <a:rPr lang="en-GB" sz="1000" dirty="0">
                <a:solidFill>
                  <a:srgbClr val="C4A35A"/>
                </a:solidFill>
                <a:latin typeface="Calibri"/>
              </a:rPr>
              <a:t>13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Summary of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Summary of Literature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Qualitative map only. This table names the gap each family leaves for ACRS; it does not claim a percentage improvement over any baseline. The next slide is the FET section To Solve the Research Gap.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1993392"/>
          <a:ext cx="115214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3917289"/>
                <a:gridCol w="5760720"/>
              </a:tblGrid>
              <a:tr h="574765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Literature family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What it already does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What ACRS still has to add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MAS frameworks (AutoGen, MetaGPT, ChatDev, CAMEL)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Conversation, SOPs, software roles, inception prompting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A closed session–route–mesh–prune contract, not another chat runtime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MAS surveys and orchestration (Wang et al. FCS 2024; He et al. TOSEM 2025; Guo et al. IJCAI-24; SagaLLM PVLDB 2025)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Journal and flagship-conference accounts of how LLM agents are built, profiled, and given transactional context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A live Indian-OGD loop whose vote object is a tool identifier, not a software SDLC or a saga log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Tool learning (ToolLLM / ToolBench / ToolRerank)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Large-scale tool-use corpus and ToolEval-style ranking protocol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Session-fused ranking plus live Indian OGD execution (not RapidAPI replay)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Learned routers (RouteLLM, MasRouter, PILOT)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Train or bandit-route over model SKUs or collaboration modes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Training-free Dirichlet–Thompson posterior over named specialists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Prompt compression (LLMLingua)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Shorten tokens before the LLM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Prune a mesh by conductance and write the residue back into SATR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Indian agriculture DSS (PECAD)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Shows AGMARKNET as a real decision-support input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Live, fail-loud OGD inside a multi-agent loop — not a crop-yield model to beat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</a:tbl>
          </a:graphicData>
        </a:graphic>
      </p:graphicFrame>
      <p:sp>
        <p:nvSpPr>
          <p:cNvPr id="4014" name="Automatic Date 14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5669dba5-5a17-4b7d-a4ab-7a8b204c0447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4" name="Automatic Slide Number 14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c60a1332-34d9-4596-8055-3476abdd9518}" type="slidenum">
              <a:rPr lang="en-GB" sz="1000" dirty="0">
                <a:solidFill>
                  <a:srgbClr val="C4A35A"/>
                </a:solidFill>
                <a:latin typeface="Calibri"/>
              </a:rPr>
              <a:t>14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To Solve the Research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To Solve the Research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To solve the research gaps identified in Evidence 1–18, the following work is proposed. Closing a gap is a named module on a closed loop, not a promised leaderboard number.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1993392"/>
          <a:ext cx="115214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5574"/>
                <a:gridCol w="2304288"/>
                <a:gridCol w="6221577"/>
              </a:tblGrid>
              <a:tr h="6705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Research gap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Left open by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To solve the research gap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G1 — Turn-amnesic retrieval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Evidence 9, 10, 18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O1 SATR. Fuse session co-activation with semantic rank; write FCNP residue into the next prior.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G2 — Model / SOP routers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Evidence 6, 11, 12, 13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O2 APRR. Training-free Dirichlet–Thompson posterior over named specialists, not LLM SKUs.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G3 — Chat / star coordination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Evidence 1–5, 7, 8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O3 MNCD. Score-sum over live tool identifiers, then a fail-loud data.gov.in GET.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G4 — Token compression, no write-back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Evidence 14, 15, 16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O4 FCNP. Conductance prune of the mesh; pin live citations back into SATR.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G5 — No live Indian OGD loop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Evidence 9, 17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Integrated ACRS on verified Agriculture UUIDs. ToolBench is ranking-only; prices are never invented.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</a:tbl>
          </a:graphicData>
        </a:graphic>
      </p:graphicFrame>
      <p:sp>
        <p:nvSpPr>
          <p:cNvPr id="4015" name="Automatic Date 15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4af2f500-35b1-436a-a91f-a05b93a29324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5" name="Automatic Slide Number 15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1f9b74e3-961a-4ddf-b54c-4350121d15a2}" type="slidenum">
              <a:rPr lang="en-GB" sz="1000" dirty="0">
                <a:solidFill>
                  <a:srgbClr val="C4A35A"/>
                </a:solidFill>
                <a:latin typeface="Calibri"/>
              </a:rPr>
              <a:t>15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Identified Research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Identified Research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Five architectural gaps. Four named objectives. One integration contract. The previous slide maps each gap onto the module that closes it. Closing a gap is evidenced by a runnable loop and citable equations, not by a promised leaderboard number.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G1 — Turn-amnesic retrieval. ToolLLM SBERT (Qin et al., ICLR 2024) and ToolRerank (Zheng et al., LREC-COLING 2024) score each query independently. Session co-activation is unused. → Objective 1 SATR.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G2 — Routers pick models or authored SOPs, not tool-specialist agents with a training-free posterior. RouteLLM / PILOT / MasRouter / MetaGPT. → Objective 2 APRR.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G3 — MAS communication is star, SOP, or chat. No mesh vote whose object is a live tool identifier. AutoGen, MetaGPT, ChatDev, CAMEL. → Objective 3 MNCD.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G4 — Prompt compressors (LLMLingua, EMNLP 2023) do not write live citations back into retrieval. → Objective 4 FCNP.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G5 — No closed four-stage contract executed on journal-publishable Indian OGD (data.gov.in / AGMARKNET / IMD / DES), with ToolBench used only as a ranking library. → Integrated ACRS.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Gaps are architectural. This deck does not convert them into NDCG, latency, or accuracy targets.</a:t>
            </a:r>
          </a:p>
        </p:txBody>
      </p:sp>
      <p:sp>
        <p:nvSpPr>
          <p:cNvPr id="4016" name="Automatic Date 16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55acb93c-94e0-4f18-8cca-4442e7025315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6" name="Automatic Slide Number 16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aa9f4d0c-fc34-43f0-9afd-5253eac15ef8}" type="slidenum">
              <a:rPr lang="en-GB" sz="1000" dirty="0">
                <a:solidFill>
                  <a:srgbClr val="C4A35A"/>
                </a:solidFill>
                <a:latin typeface="Calibri"/>
              </a:rPr>
              <a:t>16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Title &amp; 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Title &amp; 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Adaptive Context Reasoning System (ACRS): A Structural Orchestration Layer for Multi-Agent LLM Ecosystems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Aim. Design, implement, and critically evaluate ACRS — a structural orchestration layer in which session-aware tool retrieval (SATR), training-free specialist routing (APRR), mesh consensus over tool identifiers (MNCD), and flow-coupled context pruning with write-back (FCNP) form a closed loop on live Indian Open Government Data. The proposal-stage claim is architectural completeness and live-pipeline integrity, not a leaderboard number.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Scope of the title. Adaptive = session-conditioned ranking and routing. Context = fused session memory plus mesh residue. Reasoning = specialist posterior plus score-sum consensus. System = four named modules on one contract.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What the title is not. It is not a new LLM, not a crop-yield model, and not a claim that ACRS already outperforms ToolLLM, MasRouter, or LLMLingua on a published leaderboard.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Domain lock for the live loop. Agriculture on data.gov.in (AGMARKNET and related verified UUIDs). Other sectors stay out of the inference path in this proposal.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Integration order that the aim implies. SATR (memory) → APRR (who acts) → MNCD (live evidence) → FCNP (prune and write back).</a:t>
            </a:r>
          </a:p>
        </p:txBody>
      </p:sp>
      <p:sp>
        <p:nvSpPr>
          <p:cNvPr id="4017" name="Automatic Date 17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98a746dd-a0f8-400b-965e-d91c4512dfaa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7" name="Automatic Slide Number 17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cfdef9ae-b28d-4cee-b4bd-feffcababcdd}" type="slidenum">
              <a:rPr lang="en-GB" sz="1000" dirty="0">
                <a:solidFill>
                  <a:srgbClr val="C4A35A"/>
                </a:solidFill>
                <a:latin typeface="Calibri"/>
              </a:rPr>
              <a:t>17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To solve the research gap, four named modules are proposed. Each row is a thesis-sized design claim. Metric targets are deferred until a protocol is frozen.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1993392"/>
          <a:ext cx="115214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3917289"/>
                <a:gridCol w="5760720"/>
              </a:tblGrid>
              <a:tr h="80467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What will be designed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O1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SessionRerank+ (SATR)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The retrieval chapter of the thesis: given query q and session history H, return a ranked list of ToolBench-schema tools fused with a co-activation cache. The unit of publication is the fusion rule, not an NDCG target.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O2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Adaptive Probabilistic Routing Reinforcement (APRR)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The routing chapter: a training-free posterior over tool-specialist agents, updated from SATR scores and from live MNCD observations. The unit of publication is the Bayesian controller, not a Pareto chart.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O3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Mesh Network Context Diffusion (MNCD)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The consensus-and-execution chapter: gossip (toolId, score), score-sum consensus, live data.gov.in GET on verified UUIDs. The unit of publication is the protocol plus the citation contract.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O4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Flow-Coupled Network Pruning (FCNP)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The memory chapter: Kirchhoff/Physarum conductances prune the mesh trace and write surviving live citations back into SATR. The unit of publication is the coupling, not a token-percentage.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</a:tbl>
          </a:graphicData>
        </a:graphic>
      </p:graphicFrame>
      <p:sp>
        <p:nvSpPr>
          <p:cNvPr id="4018" name="Automatic Date 18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46227e9c-8ef0-44d0-bf9c-e8f500ae93c3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8" name="Automatic Slide Number 18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ebb3e152-2d02-427e-808c-4a7f6a1b460a}" type="slidenum">
              <a:rPr lang="en-GB" sz="1000" dirty="0">
                <a:solidFill>
                  <a:srgbClr val="C4A35A"/>
                </a:solidFill>
                <a:latin typeface="Calibri"/>
              </a:rPr>
              <a:t>18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Objective 1 — SATR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The retrieval chapter of the thesis: given query q and session history H, return a ranked list of ToolBench-schema tools fused with a co-activation cache. The unit of publication is the fusion rule, not an NDCG target.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SOTA. Qin et al., ToolLLM / ToolBench (ICLR 2024): Sentence-BERT API retriever over 16,464 RapidAPI tools, then ToolLLaMA + DFSDT. Zheng et al., ToolRerank (LREC-COLING 2024): adaptive truncation of seen vs unseen APIs and hierarchy-aware concentration/diversity. Pipeline: instruction → SBERT retrieve top-k APIs → (optional ToolRerank truncate/rerank) → LLM DFSDT/ReAct planner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Gap. SOTA retrievers are turn-amnesic. They do not maintain a success-conditioned co-activation graph or ingest pruned memory from later stages.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Novelty. Session co-activation cache as a first-class prior over tool pairs. Convex fusion of semantic and session scores; λ may grow with session length. ToolRerank-style seen/unseen truncation kept, then applied after session scoring. FCNP memory mixed into the next SATR prior so retrieval is closed-loop.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Query embed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50692" y="469087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SBERT (Qin ICLR 2024)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469087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ToolRerank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0556" y="469087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Planner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22122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 + H + M_t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50692" y="522122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Session fusion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5624" y="522122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Hierarchy cut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0556" y="522122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Shortlist → APRR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Repository: github.com/joyjeni/session-aware-toolbench-rerank</a:t>
            </a:r>
          </a:p>
        </p:txBody>
      </p:sp>
      <p:sp>
        <p:nvSpPr>
          <p:cNvPr id="4019" name="Automatic Date 19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6398514c-04ac-4f34-b2e9-43a3b1293156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9" name="Automatic Slide Number 19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6e6062b4-a982-4cdc-aba2-8dd2a021fa6a}" type="slidenum">
              <a:rPr lang="en-GB" sz="1000" dirty="0">
                <a:solidFill>
                  <a:srgbClr val="C4A35A"/>
                </a:solidFill>
                <a:latin typeface="Calibri"/>
              </a:rPr>
              <a:t>19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Objective 2 — APRR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The routing chapter: a training-free posterior over tool-specialist agents, updated from SATR scores and from live MNCD observations. The unit of publication is the Bayesian controller, not a Pareto chart.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SOTA. Yue et al., MasRouter (ACL 2025, doi:10.18653/v1/2025.acl-long.757): trained neural controller over multi-agent topologies. Ong et al., RouteLLM (ICLR 2025): routers among LLMs. Panda et al., Adaptive LLM Routing under Budget Constraints (PILOT; Findings of EMNLP 2025, doi:10.18653/v1/2025.findings-emnlp.1301): preference-prior LinUCB for budget-constrained LLM routing. Hong et al., MetaGPT (ICLR 2024): authored SOP workflows. Pipeline: query → trained controller or difficulty model → choose one LLM/agent → execute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Gap. SOTA either trains a neural router, picks a model, or follows an authored SOP. It does not maintain a training-free affinity matrix over Indian OGD tool families.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Novelty. Training-free online W versus MasRouter's learned controller. Implemented update is κ·reward·1/L²·1/lat_norm with negative reward on failure. CTGR and FTDR remain in the GitHub repo; this lab runs core APRR hops. W is session state, so routing can adapt across farmer turns.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2336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MasRouter / RouteLLM / SOP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2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Pick an 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SATR shortlist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12336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Dirichlet–Thompson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Specialist path → MNCD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Repository: github.com/joyjeni/aprr-multi-agent-routing</a:t>
            </a:r>
          </a:p>
        </p:txBody>
      </p:sp>
      <p:sp>
        <p:nvSpPr>
          <p:cNvPr id="4020" name="Automatic Date 20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f782c0cc-c21d-42d9-a163-17db2cffd165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0" name="Automatic Slide Number 20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69c331df-02c5-4be4-ae0e-1dad3c0b3bcc}" type="slidenum">
              <a:rPr lang="en-GB" sz="1000" dirty="0">
                <a:solidFill>
                  <a:srgbClr val="C4A35A"/>
                </a:solidFill>
                <a:latin typeface="Calibri"/>
              </a:rPr>
              <a:t>20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Objective 3 — MNCD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The consensus-and-execution chapter: gossip (toolId, score), score-sum consensus, live data.gov.in GET on verified UUIDs. The unit of publication is the protocol plus the citation contract.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SOTA. Wang et al., A survey on large language model based autonomous agents (Frontiers of Computer Science, 2024, doi:10.1007/s11704-024-40231-1): construction of LLM agents. He, Treude and Lo, LLM-Based Multi-Agent Systems for Software Engineering (ACM TOSEM, 2025, doi:10.1145/3712003): LMA systems across the SDLC. Guo et al., Large Language Model based Multi-Agents (IJCAI-24, doi:10.24963/ijcai.2024/890): profiling and communication. Chang and Geng, SagaLLM (PVLDB 2025, doi:10.14778/3750601.3750611): transactional context for multi-agent LLM planning. Wu et al., AutoGen (COLM 2024): multi-agent conversation. Hong et al., MetaGPT (ICLR 2024): SOP pipeline. Qian et al., ChatDev (ACL 2024): organisational chat-chain. Li et al., CAMEL (NeurIPS 2023): communicative role-playing agents. Pipeline: manager LLM → sequential or star-topology agent messages → tool calls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Gap. Star and chat topologies coordinate over natural-language messages. They do not vote over tool identifiers backed by a ministry API.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Novelty. First-class vote object is a tool ID, not a chat utterance. consensus_pick is score-sum; consensus_pick_borda is a non-default variant. Live Indian OGD only. Catalog-only tools stay ranking-only; prices are never invented. HTTP 5xx/429 are retried; empty filters show other live rows from the same resource.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5660136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Manager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4690872"/>
            <a:ext cx="5660136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Star / chat messages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Mesh gossip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12336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Score-sum over tool 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8912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Live data.gov.in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Repository: github.com/joyjeni/mncd-mesh-agents</a:t>
            </a:r>
          </a:p>
        </p:txBody>
      </p:sp>
      <p:sp>
        <p:nvSpPr>
          <p:cNvPr id="4021" name="Automatic Date 21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deb4b421-3bc1-48f4-b6f6-3a30519bf896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1" name="Automatic Slide Number 21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28145069-2800-481b-92e8-c40b5facddf9}" type="slidenum">
              <a:rPr lang="en-GB" sz="1000" dirty="0">
                <a:solidFill>
                  <a:srgbClr val="C4A35A"/>
                </a:solidFill>
                <a:latin typeface="Calibri"/>
              </a:rPr>
              <a:t>21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Objective 4 — FCNP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The memory chapter: Kirchhoff/Physarum conductances prune the mesh trace and write surviving live citations back into SATR. The unit of publication is the coupling, not a token-percentage.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SOTA. Jiang et al., LLMLingua (EMNLP 2023): token-level prompt compression. Tero et al., Science 2010 (doi:10.1126/science.1177894): Physarum adaptive network. Park et al., Generative Agents (UIST 2023): language memory stream in a sandbox. Pipeline: long prompt → compressor → LLM. Memory is not written back into a tool retriever.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Gap. Token compressors are not current-reinforced over a context graph and do not pin live government citations into the next retrieval turn.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Novelty. Laplacian solve with grounded sink, matching the published Python pruner. Hybrid tiering and persistent high-flow citations. If a requested crop/state has no AGMARKNET rows today, other live rows are shown; nothing is invented. Closed loop: retained spans become SATR session memory.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Long prompt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2336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LLMLingua 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2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 write-back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MNCD citations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12336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Kirchhoff / Physarum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M_t → SATR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Repository: github.com/joyjeni/fcnp-context-pruning</a:t>
            </a:r>
          </a:p>
        </p:txBody>
      </p:sp>
      <p:sp>
        <p:nvSpPr>
          <p:cNvPr id="4022" name="Automatic Date 22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edb4078d-af2c-4190-80f1-590e3383c0a8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2" name="Automatic Slide Number 22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9000935d-5de4-4def-8315-b8ceb7a03d68}" type="slidenum">
              <a:rPr lang="en-GB" sz="1000" dirty="0">
                <a:solidFill>
                  <a:srgbClr val="C4A35A"/>
                </a:solidFill>
                <a:latin typeface="Calibri"/>
              </a:rPr>
              <a:t>22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Each question is paired with one objective. Answers will be empirical after a protocol is frozen; this slide does not pre-commit scores.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RQ1. Can tool retrieval be conditioned on a co-activation cache and session memory rather than a single query embedding (Qin et al., ToolLLM, ICLR 2024; Zheng et al., ToolRerank, LREC-COLING 2024)?  →  addressed by O1 (SessionRerank+ (SATR)).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RQ2. Can routing sample a training-free posterior over tool-specialist agents instead of a trained neural controller or an authored SOP (Yue et al., MasRouter, ACL 2025; Hong et al., MetaGPT, ICLR 2024; Ong et al., RouteLLM, ICLR 2025)?  →  addressed by O2 (Adaptive Probabilistic Routing Reinforcement (APRR)).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RQ3. Can execution proceed as gossiped (toolId, score) plus score-sum consensus, then a live data.gov.in GET, instead of a central chat orchestrator (Wu et al., AutoGen, COLM 2024)?  →  addressed by O3 (Mesh Network Context Diffusion (MNCD)).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RQ4. Can Kirchhoff/Physarum pruning pin live citations back into retrieval rather than only shortening the prompt (Jiang et al., LLMLingua, EMNLP 2023; Tero et al., Science 2010)?  →  addressed by O4 (Flow-Coupled Network Pruning (FCNP)).</a:t>
            </a:r>
          </a:p>
        </p:txBody>
      </p:sp>
      <p:sp>
        <p:nvSpPr>
          <p:cNvPr id="4023" name="Automatic Date 23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4f6e9deb-58e6-42ab-9759-590ff1ae9b49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3" name="Automatic Slide Number 23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4738fe04-9507-436f-b459-a31a20b55165}" type="slidenum">
              <a:rPr lang="en-GB" sz="1000" dirty="0">
                <a:solidFill>
                  <a:srgbClr val="C4A35A"/>
                </a:solidFill>
                <a:latin typeface="Calibri"/>
              </a:rPr>
              <a:t>23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One methodology per objective, then one integrated protocol. Proposal-stage: design the loop and freeze the protocol; do not pre-commit a leaderboard.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O1 SATR — fused session ranking against a ToolBench-style library. Live mandi rows are not SATR’s job.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O2 APRR — training-free Dirichlet–Thompson posterior over named specialists. Learned routers are a future bake-off, not the implementation.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O3 MNCD — gossip + score-sum consensus, then live data.gov.in GET on verified Agriculture UUIDs. Fail loud. No dummy prices.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O4 FCNP — Kirchhoff / Physarum-inspired conductance prune with write-back into SATR. Not LLMLingua token deletion.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Integrated contract. SATR → APRR → MNCD → FCNP must run in that order on one user turn. Skipping MNCD or FCNP is an incomplete run.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Implementation. The four modules are the functions in satr.ts, aprr.ts, mncd.ts, fcnp.ts — formulas on the next slides, full traces on /walkthrough.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What will not appear in this proposal. Promised retrieval scores, latency targets, consensus percentages, or token-reduction ratios.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ACRS loop (maroon). Green path is the increment, not a metric.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 +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9048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SATR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2336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MNCD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8912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FCNP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82200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 + M</a:t>
            </a:r>
          </a:p>
        </p:txBody>
      </p:sp>
      <p:sp>
        <p:nvSpPr>
          <p:cNvPr id="4024" name="Automatic Date 24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078a16c0-2001-478e-9a5d-f537e19c5c91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4" name="Automatic Slide Number 24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94e3b12a-ba12-423a-8c18-81c3f07c5b40}" type="slidenum">
              <a:rPr lang="en-GB" sz="1000" dirty="0">
                <a:solidFill>
                  <a:srgbClr val="C4A35A"/>
                </a:solidFill>
                <a:latin typeface="Calibri"/>
              </a:rPr>
              <a:t>24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O1 SATR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How session-aware ranking will be designed and later evaluated.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Design method. Specify a fused session object: query + dialogue turns + last tool traces + co-activation counts. Rank tools with that object, not with the raw utterance alone.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Ranking library (not live prices). Use ToolBench / ToolLLM artefacts as a public tool-ranking library and protocol family. RapidAPI-style traces are ranking evidence only.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Live Indian OGD is out of SATR’s ranking path. Mandi and weather rows enter at MNCD. SATR must not invent or cache dummy AGMARKNET prices.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Implementation path. Persist co-activation in a session store; expose a rank(query, session) API that APRR can call. Fail loud if the session schema is incomplete.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Future evaluation protocol (not a result). When the protocol is frozen, compare session-fused ranking against query-only ranking on the same ToolBench-style split. Report the protocol, not a pre-committed score.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Deliverable for the thesis chapter. Algorithm, schema, and ablation plan (with vs without tool-trace fusion).</a:t>
            </a:r>
          </a:p>
        </p:txBody>
      </p:sp>
      <p:sp>
        <p:nvSpPr>
          <p:cNvPr id="4025" name="Automatic Date 25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86ca9b64-c0bb-408c-95e8-46a852909882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5" name="Automatic Slide Number 25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033420c5-3419-4963-9d96-b9b1965900b8}" type="slidenum">
              <a:rPr lang="en-GB" sz="1000" dirty="0">
                <a:solidFill>
                  <a:srgbClr val="C4A35A"/>
                </a:solidFill>
                <a:latin typeface="Calibri"/>
              </a:rPr>
              <a:t>25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O2 APRR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How the specialist posterior will be designed. No win-rate or millisecond target is claimed at proposal stage.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Design method. Maintain a Dirichlet–Thompson posterior over named specialists. Sample or take the MAP specialist given SATR’s fused session.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Allocation rule (proposal form). P(agent | context) ∝ W^α · η^β · ψ^γ, with W = session-matched specialist weight, η = reliability, ψ = cost/risk. Exponents are design knobs, not fitted claims.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Training-free stance. Do not train a MasRouter- or RouteLLM-style classifier as the primary method. Learned routers remain a future bake-off class, not the implementation.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What is being routed. Specialists in the ACRS mesh — not LLM SKUs (GPT-4 vs Mixtral) and not AutoGen conversation modes as the object of routing.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Update rule. After MNCD returns verified or failed evidence, update η (and optionally W) so the next turn’s posterior is not identical to a cold start.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Future evaluation protocol (not a result). Log specialist choice vs task type on held-out session traces; compare against a static role graph. No pre-committed accuracy.</a:t>
            </a:r>
          </a:p>
        </p:txBody>
      </p:sp>
      <p:sp>
        <p:nvSpPr>
          <p:cNvPr id="4026" name="Automatic Date 26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32df07e0-ecff-4d1d-bb55-7f37681f3043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6" name="Automatic Slide Number 26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281bebbf-2d90-4959-97b8-f56472cfab6f}" type="slidenum">
              <a:rPr lang="en-GB" sz="1000" dirty="0">
                <a:solidFill>
                  <a:srgbClr val="C4A35A"/>
                </a:solidFill>
                <a:latin typeface="Calibri"/>
              </a:rPr>
              <a:t>26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O3 MNCD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How live Indian OGD and score-sum consensus will be executed. PECAD is a domain precedent, not a baseline to beat.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Design method. Specialists selected by APRR gossip partial beliefs. Aggregate with score-sum (not Borda). Every live claim must cite a verified data.gov.in resource UUID.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Corpus / API. Agriculture-only Open Government Data: AGMARKNET (9ef84268-d588-465a-a308-a864a43d0070) and other UUIDs that pass verification.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Fail-loud contract. HTTP 5xx/429 are retried with backoff; missing API key, unverified UUID, or empty filtered universe hard-fail. No dummy mandi prices.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Platform constraint. data.gov.in Elastic max_result_window is 10 000; limit is capped. Pagination is sequential, not a fabricated parallel harvest.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Related work used correctly. Guo, Woodruff &amp; Yadav, PECAD (AAAI 2020) shows AGMARKNET as a real DSS input. MNCD does not re-implement crop-yield prediction.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Future evaluation protocol (not a result). Measure citation completeness, fail-loud rate on injected faults, and qualitative agreement of score-sum vs majority vote.</a:t>
            </a:r>
          </a:p>
        </p:txBody>
      </p:sp>
      <p:sp>
        <p:nvSpPr>
          <p:cNvPr id="4027" name="Automatic Date 27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1a431efa-404b-4388-ac3b-238957cf7fd3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7" name="Automatic Slide Number 27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a98b6e33-b4d7-4af1-b299-464d5bea1e99}" type="slidenum">
              <a:rPr lang="en-GB" sz="1000" dirty="0">
                <a:solidFill>
                  <a:srgbClr val="C4A35A"/>
                </a:solidFill>
                <a:latin typeface="Calibri"/>
              </a:rPr>
              <a:t>27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O4 FCNP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How mesh pruning will be designed. No token-reduction ratio is claimed at proposal stage.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Design method. Treat the post-MNCD mesh as a flow network. Apply a Kirchhoff / Physarum-inspired conductance update; drop low-conductance specialist edges; keep a residue.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Write-back (the integration hinge). The residue is written into SATR’s next fused session. Without write-back, FCNP would be prompt compression by another name.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Contrast with LLMLingua. LLMLingua shortens tokens before the LLM. FCNP prunes who remains in the mesh. Tokenisers are not the primary artefact.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Heuristic honesty. Discrete conductance is a design heuristic inspired by Tero et al. (Science, 2010), not a proof that the mesh is a Physarum organism.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Safety. Pruning must not delete the last live-data specialist if MNCD still has an open verified query. Fail loud rather than silently drop evidence.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Future evaluation protocol (not a result). Compare mesh size and downstream SATR rank stability with vs without pruning on the same session traces.</a:t>
            </a:r>
          </a:p>
        </p:txBody>
      </p:sp>
      <p:sp>
        <p:nvSpPr>
          <p:cNvPr id="4028" name="Automatic Date 28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163db0e1-9c7b-4723-a275-11f73dd8a5c7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8" name="Automatic Slide Number 28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7d2990bb-84f3-4e75-8478-7178bcab328b}" type="slidenum">
              <a:rPr lang="en-GB" sz="1000" dirty="0">
                <a:solidFill>
                  <a:srgbClr val="C4A35A"/>
                </a:solidFill>
                <a:latin typeface="Calibri"/>
              </a:rPr>
              <a:t>28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integrated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Closed contract SATR → APRR → MNCD → FCNP → SATR. The novelty is the loop and the data contract, not a claimed accuracy.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Closed-loop protocol. One user turn must traverse all four modules in order. Skipping MNCD (no live UUID) or FCNP (no write-back) is treated as an incomplete run, not a successful demo.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Two evidence regimes. (1) ToolBench-style ranking traces for SATR. (2) Live data.gov.in Agriculture rows for MNCD. Do not mix dummy prices into (1) or RapidAPI tools into (2).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Independent variables (future experiments). Session fusion on/off; Dirichlet routing vs static roles; score-sum vs majority; FCNP write-back on/off.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Dependent measures (to be frozen later). Citation completeness, fail-loud correctness, rank stability across turns, qualitative specialist-choice logs.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Domain lock. Agriculture on Indian OGD for the live path. Other sectors are out of scope until a later amendment.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Ethics / data. Public government catalogues only; no personal data; API keys stay in the environment, never in the thesis 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ACRS loop (maroon). Green path is the increment, not a metric.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 +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9048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SATR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2336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MNCD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8912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FCNP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82200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 +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Master repository: github.com/joyjeni/phd-agentic-ai-master</a:t>
            </a:r>
          </a:p>
        </p:txBody>
      </p:sp>
      <p:sp>
        <p:nvSpPr>
          <p:cNvPr id="4029" name="Automatic Date 29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92f5d081-8ca8-439d-8591-e64f6dde8bee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9" name="Automatic Slide Number 29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a1dc31de-12ca-44d3-89ca-5d68389493fb}" type="slidenum">
              <a:rPr lang="en-GB" sz="1000" dirty="0">
                <a:solidFill>
                  <a:srgbClr val="C4A35A"/>
                </a:solidFill>
                <a:latin typeface="Calibri"/>
              </a:rPr>
              <a:t>29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implementation formulas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How the proposal will be implemented: the equations copied from the laboratory, not a promised leaderboard. Constants are the repository defaults.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1993392"/>
          <a:ext cx="115214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3917289"/>
                <a:gridCol w="5760720"/>
              </a:tblGrid>
              <a:tr h="80467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Formula as coded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Constants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O1 SATR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s(a|q,H)=w_base s_base + w_cat cat + w_sch sch + w_ept ept + w_cooc Σ γ^{n-i} log(1+w_{h_i,a}) + w_rec rec − 0.35 fails;  s_base=0.7 BM25+0.3 TFIDF-cos+0.08 mem-cos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w=(1, 0.45, 0.25, 0.3, 0.35, 0.25); γ=0.7; ρ=0.02; δ=1; decay=0.85; BM25 k1=1.5 b=0.75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O2 APRR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P(a_j|a_i,q) ∝ W_ij^α η_ij^β ψ_j(q)^γ ;  W←(1-λ)W + κ·reward·1/L²·1/lat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α=2, β=1, γ=2.5, λ=0.005, κ=5, W0=0.1, ε=0 (lab), maxHops=4; reward +1 / −0.05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O3 MNCD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s=0.45 score/(|score|+2)+0.35 overlap+liveBoost−0.05 idx;  tally=Σ w_a s_a;  w=success/(1+lat/1000)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liveBoost 0.25+0.20 preferred; fanout=3; R=2; τ=0.55; score-sum not Borda; live UUID only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O4 FCNP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D_ij(t+1)=(1-μ)D_ij+α|Q_ij|^γ ;  L p = I ;  Q=|D(p_i-p_j)|;  keep 35% / summarize 20% / drop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μ=0.1, α=0.5, γ=1.2, sim≥0.12; pinned live citations never evicted; memory→SATR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</a:tbl>
          </a:graphicData>
        </a:graphic>
      </p:graphicFrame>
      <p:sp>
        <p:nvSpPr>
          <p:cNvPr id="4030" name="Automatic Date 30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bc71ca46-2131-4257-9429-57f9957cfee7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30" name="Automatic Slide Number 30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77b496b8-90b6-4225-90e3-6229ca4feaf5}" type="slidenum">
              <a:rPr lang="en-GB" sz="1000" dirty="0">
                <a:solidFill>
                  <a:srgbClr val="C4A35A"/>
                </a:solidFill>
                <a:latin typeface="Calibri"/>
              </a:rPr>
              <a:t>30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ToolBench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One ToolBench-schema datum, processed by all four objectives. RapidAPI is never GET. Numbers are a 07 September 2026 lab trace, not a metric claim.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Intake. Bundled G1 jsonl qid=6491 is a RapidAPI aircraft query (gold docs 4308–4317). Off-sector flights are stripped. The ranking-library analogue walked here is tb.agri.soil_health with q = “What is the soil pH and recommended fertilizer dose for a farm village?”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O1 SATR. Cold start so s=z(s_base). tb.agri.soil_health s_base=18.08 → s=5.40 (rank 1, ranking-only). karnataka::shc_karnataka s=1.40. datagov.fertilizer s=0.60 (live, rank 4).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O2 APRR. Path agriculture_analyst → schema_planner (p=0.73) → retrieval_specialist (p=0.95). Non-Agriculture specialists fall back to SATR #1 = soil_health.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O3 MNCD. Agent score s=0.45 score/(|score|+2)+0.35 overlap. soil_health 0.5995; tally=3·0.7407·0.5995=1.332. Not liveExecutable. preferredLiveToolId matches fertilizer → GET UUID 2e0e6c04-97f2-456b-9309-bf605650cb11 (44 live subsidy rows, e.g. 2002-03 Indigenous Urea 7790 Rs crore).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O4 FCNP. 10 spans → keep 6 / drop 4; pin query + live fertilizer observation + citation. Memory written back to SATR.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ToolBench = ranking library. Live evidence is always a verified data.gov.in Agriculture UUID.</a:t>
            </a:r>
          </a:p>
        </p:txBody>
      </p:sp>
      <p:sp>
        <p:nvSpPr>
          <p:cNvPr id="4031" name="Automatic Date 31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80a1cfef-7f2d-45a1-b1fd-fdf6d9e4240a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31" name="Automatic Slide Number 31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21277150-b1e2-4deb-ba07-c71270a77b4c}" type="slidenum">
              <a:rPr lang="en-GB" sz="1000" dirty="0">
                <a:solidFill>
                  <a:srgbClr val="C4A35A"/>
                </a:solidFill>
                <a:latin typeface="Calibri"/>
              </a:rPr>
              <a:t>31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data.gov.in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The same four objectives on live AGMARKNET. Query: “What is the current mandi price of wheat in Punjab?” Fail-loud: no invented Punjab-wheat modal.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Intake. extractToolArguments → state=Punjab, commodity=Wheat. preferredLiveToolId → datagov.mandi_prices (UUID 9ef84268-d588-465a-a308-a864a43d0070). Limit capped at 10 000.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O1 SATR. karnataka::agmarknet_ka s=3.73 (rank 1, same UUID); datagov.mandi_prices s=3.05 (rank 2, preferred); datagov.msp s=2.31 (ranking-only).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O2 APRR. Path agriculture_analyst → schema_planner (p=0.54) → tool_executor (p=0.66, terminal stop). Hop 0: Karnataka mandi, national mandi, MSP. Hop 2 live leftover: crop_production.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O3 MNCD. mandi_prices agent-score 0.787 (liveBoost 0.45); karnataka 0.7789. Score-sum winner karnataka::agmarknet_ka tally=1.154. Live GET: 10 000 arrivals; 0 Wheat in Punjab today; 479 other live Punjab rows; Wheat in 133 live rows from MP, Rajasthan, UP, Gujarat, Maharashtra, West Bengal, Chhattisgarh. Shown mean modal Rs 2593/quintal (e.g. Bhindi, Dera Baba Nanak APMC, Rs 828, 07/09/2026).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O4 FCNP. 10 spans → keep 7; pin the AGMARKNET citation. W ← (1-λ)W + κ·1/L²/lat on the hop path. Next SATR is session-conditioned.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Lab trace 07 September 2026. Re-run on /walkthrough; rows change daily. No dummy prices.</a:t>
            </a:r>
          </a:p>
        </p:txBody>
      </p:sp>
      <p:sp>
        <p:nvSpPr>
          <p:cNvPr id="4032" name="Automatic Date 32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120b136f-223b-4107-9840-3e98487ffba1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32" name="Automatic Slide Number 32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5ab24881-973b-4c80-a28e-4d7d823cb625}" type="slidenum">
              <a:rPr lang="en-GB" sz="1000" dirty="0">
                <a:solidFill>
                  <a:srgbClr val="C4A35A"/>
                </a:solidFill>
                <a:latin typeface="Calibri"/>
              </a:rPr>
              <a:t>32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ACRS is proposed as a structural orchestration layer. The contribution is the closed loop and the four named gaps — not a pre-committed leaderboard.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The literature (Wang et al. FCS 2024; He et al. TOSEM 2025; Guo et al. IJCAI-24; SagaLLM PVLDB 2025; AutoGen, MetaGPT, ChatDev, CAMEL, ToolLLM, MasRouter, RouteLLM, PILOT, LLMLingua, PECAD) establishes agent construction, conversation, tools, learned routing, and prompt compression. It does not establish SATR → APRR → MNCD → FCNP as one contract over live Indian OGD.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The identified problem is five gaps: G1 session–tool fusion, G2 training-free specialist posterior, G3 live fail-loud Indian OGD, G4 conductance prune with write-back, G5 missing integration layer.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The aim is to design that layer. Four objectives (SATR, APRR, MNCD, FCNP) and four research questions map onto it.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Methodology is specified per objective: ToolBench as ranking library; Dirichlet–Thompson routing; verified data.gov.in UUIDs with score-sum; Physarum-inspired prune with SATR write-back. Metric numbers are deferred.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Next step after approval. Freeze evaluation protocols, implement the closed loop, and report whatever the measurements show — including negative results.</a:t>
            </a:r>
          </a:p>
        </p:txBody>
      </p:sp>
      <p:sp>
        <p:nvSpPr>
          <p:cNvPr id="4033" name="Automatic Date 33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36408254-1929-44f3-9c9a-f459a1e038fd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33" name="Automatic Slide Number 33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6c691614-5aff-456d-8857-accc0dd8c635}" type="slidenum">
              <a:rPr lang="en-GB" sz="1000" dirty="0">
                <a:solidFill>
                  <a:srgbClr val="C4A35A"/>
                </a:solidFill>
                <a:latin typeface="Calibri"/>
              </a:rPr>
              <a:t>33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References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References (1/3) — multi-agent orchestration (journals and flagship proceedings)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Wang, L., Ma, C., Feng, X., Zhang, Z., Yang, H., Zhang, J., Chen, Z., Tang, J., Chen, X., Lin, Y., Zhao, W. X., Wei, Z., and Wen, J. A survey on large language model based autonomous agents. Frontiers of Computer Science, 18, article 186345 (2024). doi:10.1007/s11704-024-40231-1.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He, J., Treude, C., and Lo, D. LLM-Based Multi-Agent Systems for Software Engineering: Literature Review, Vision, and the Road Ahead. ACM Transactions on Software Engineering and Methodology, 34(5), May 2025. doi:10.1145/3712003.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Guo, T., Chen, X., Wang, Y., Chang, R., Pei, S., Chawla, N. V., Wiest, O., and Zhang, X. Large Language Model based Multi-Agents: A Survey of Progress and Challenges. Proceedings of the Thirty-Third International Joint Conference on Artificial Intelligence (IJCAI-24), Survey Track, pages 8048–8057. doi:10.24963/ijcai.2024/890.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Chang, E. Y., and Geng, L. SagaLLM: Context Management, Validation, and Transaction Guarantees for Multi-Agent LLM Planning. Proceedings of the VLDB Endowment (PVLDB), 18(12):4874–4886, 2025. doi:10.14778/3750601.3750611.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Wu, Q., Bansal, G., Zhang, J., Wu, Y., Li, B., Zhu, E., Jiang, L., Zhang, X., Zhang, S., Liu, J., Awadallah, A. H., White, R. W., Burger, D., and Wang, C. AutoGen: Enabling Next-Gen LLM Applications via Multi-Agent Conversations. Proceedings of the First Conference on Language Modeling (COLM 2024).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Hong, S., Zhuge, M., Chen, J., Zheng, X., Cheng, Y., Wang, J., Zhang, C., Wang, Z., Yau, S. K. S., Lin, Z., Zhou, L., Ran, C., Xiao, L., Wu, C., and Schmidhuber, J. MetaGPT: Meta Programming for A Multi-Agent Collaborative Framework. Proceedings of the Twelfth International Conference on Learning Representations (ICLR 2024).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Li, G., Hammoud, H. A. A. K., Itani, H., Khizbullin, D., and Ghanem, B. CAMEL: Communicative Agents for “Mind” Exploration of Large Language Model Society. Advances in Neural Information Processing Systems 36 (NeurIPS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Qian, C., Liu, W., Liu, H., Chen, N., Dang, Y., Li, J., Yang, C., Chen, W., Su, Y., Cong, X., Xu, J., Li, D., Liu, Z., and Sun, M. ChatDev: Communicative Agents for Software Development. Proceedings of the 62nd Annual Meeting of the Association for Computational Linguistics (Volume 1: Long Papers), pages 15174–15186. doi:10.18653/v1/2024.acl-long.810.</a:t>
            </a:r>
          </a:p>
        </p:txBody>
      </p:sp>
      <p:sp>
        <p:nvSpPr>
          <p:cNvPr id="4034" name="Automatic Date 34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ec1287ae-0a9e-4355-ab27-01d85551cf39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34" name="Automatic Slide Number 34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df1bc67c-1d2b-495a-8ed0-01572de2a505}" type="slidenum">
              <a:rPr lang="en-GB" sz="1000" dirty="0">
                <a:solidFill>
                  <a:srgbClr val="C4A35A"/>
                </a:solidFill>
                <a:latin typeface="Calibri"/>
              </a:rPr>
              <a:t>34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References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References (2/3) — tools, routing, compression, 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Qin, Y., Liang, S., Ye, Y., Zhu, K., Yan, L., Lu, Y., Lin, Y., Cong, X., Tang, X., Qian, B., Zhao, S., Hong, L., Tian, R., Xie, R., Zhou, J., Gerstein, M., Li, D., Liu, Z., and Sun, M. ToolLLM: Facilitating Large Language Models to Master 16000+ Real-world APIs. Proceedings of the Twelfth International Conference on Learning Representations (ICLR 2024).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Zheng, Y., Li, P., Liu, W., Liu, Y., Luan, J., and Wang, B. ToolRerank: Adaptive and Hierarchy-Aware Reranking for Tool Retrieval. Proceedings of the 2024 Joint International Conference on Computational Linguistics, Language Resources and Evaluation (LREC-COLING 2024), pages 16263–16273. ACL Anthology 2024.lrec-main.1413.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Ong, I., Almahairi, A., Wu, V., Chiang, W.-L., Wu, T., Gonzalez, J. E., Kadous, M. W., and Stoica, I. RouteLLM: Learning to Route LLMs from Preference Data. Proceedings of the Thirteenth International Conference on Learning Representations (ICLR 2025).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Panda, P., Magazine, R., Devaguptapu, C., Takemori, S., and Sharma, V. Adaptive LLM Routing under Budget Constraints. Findings of the Association for Computational Linguistics: EMNLP 2025, pages 23934–23949. doi:10.18653/v1/2025.findings-emnlp.1301.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Yue, Y., Zhang, G., Liu, B., Wan, G., Wang, K., Cheng, D., and Qi, Y. MasRouter: Learning to Route LLMs for Multi-Agent Systems. Proceedings of the 63rd Annual Meeting of the Association for Computational Linguistics (Volume 1: Long Papers), pages 15549–15572. doi:10.18653/v1/2025.acl-long.757.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Jiang, H., Wu, Q., Lin, C.-Y., Yang, Y., and Qiu, L. LLMLingua: Compressing Prompts for Accelerated Inference of Large Language Models. Proceedings of the 2023 Conference on Empirical Methods in Natural Language Processing, pages 13358–13376. doi:10.18653/v1/2023.emnlp-main.825.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Wei, J., Wang, X., Schuurmans, D., Bosma, M., Ichter, B., Xia, F., Chi, E., Le, Q., and Zhou, D. Chain-of-Thought Prompting Elicits Reasoning in Large Language Models. Advances in Neural Information Processing Systems 35 (NeurIPS 2022).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Yao, S., Zhao, J., Yu, D., Du, N., Shafran, I., Narasimhan, K., and Cao, Y. ReAct: Synergizing Reasoning and Acting in Language Models. Proceedings of the Eleventh International Conference on Learning Representations (ICLR 2023).</a:t>
            </a:r>
          </a:p>
        </p:txBody>
      </p:sp>
      <p:sp>
        <p:nvSpPr>
          <p:cNvPr id="4035" name="Automatic Date 35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511d6bfe-66cf-4e4e-a423-9a637bbbbc4c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35" name="Automatic Slide Number 35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349acc61-3c29-4969-821e-0cb397fb4045}" type="slidenum">
              <a:rPr lang="en-GB" sz="1000" dirty="0">
                <a:solidFill>
                  <a:srgbClr val="C4A35A"/>
                </a:solidFill>
                <a:latin typeface="Calibri"/>
              </a:rPr>
              <a:t>35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References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References (3/3) — memory, biology, Indian agricultural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Yao, S., Yu, D., Zhao, J., Shafran, I., Griffiths, T. L., Cao, Y., and Narasimhan, K. Tree of Thoughts: Deliberate Problem Solving with Large Language Models. Advances in Neural Information Processing Systems 36 (NeurIPS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Park, J. S., O’Brien, J. C., Cai, C. J., Morris, M. R., Liang, P., and Bernstein, M. S. Generative Agents: Interactive Simulacra of Human Behavior. Proceedings of the 36th Annual ACM Symposium on User Interface Software and Technology (UIST 2023), Best Paper. doi:10.1145/3586183.3606763.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Tero, A., Takagi, S., Saigusa, T., Ito, K., Bebber, D. P., Fricker, M. D., Yumiki, K., Kobayashi, R., and Nakagaki, T. Rules for Biologically Inspired Adaptive Network Design. Science 327(5964):439–442, 2010. doi:10.1126/science.1177894.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Shinn, N., Cassano, F., Gopinath, A., Narasimhan, K., and Yao, S. Reflexion: Language Agents with Verbal Reinforcement Learning. Advances in Neural Information Processing Systems 36 (NeurIPS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Shen, Y., Song, K., Tan, X., Li, D., Lu, W., and Zhuang, Y. HuggingGPT: Solving AI Tasks with ChatGPT and its Friends in Hugging Face. Advances in Neural Information Processing Systems 36 (NeurIPS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Schick, T., Dwivedi-Yu, J., Dessì, R., Raileanu, R., Lomeli, M., Hambro, E., Zettlemoyer, L., Cancedda, N., and Scialom, T. Toolformer: Language Models Can Teach Themselves to Use Tools. Advances in Neural Information Processing Systems 36 (NeurIPS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Guo, H., Woodruff, A., and Yadav, A. Improving Lives of Indebted Farmers Using Deep Learning: Predicting Agricultural Produce Prices Using Convolutional Neural Networks (PECAD). Proceedings of the AAAI Conference on Artificial Intelligence, 34(08):13294–13299. doi:10.1609/aaai.v34i08.7039. AGMARKNET scrape for price prediction; cited here as Indian OGD precedent, not as a baseline this proposal claims to beat.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Government of India. Open Government Data Platform India (data.gov.in); AGMARKNET resource 9ef84268-d588-465a-a308-a864a43d0070; Directorate of Economics and Statistics crop production; IMD rainfall series; Government Open Data License — India (GODL-India).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CrewAI is an engineering framework without a flagship peer-reviewed paper in this list; AutoGen and MetaGPT are the MAS citations.</a:t>
            </a:r>
          </a:p>
        </p:txBody>
      </p:sp>
      <p:sp>
        <p:nvSpPr>
          <p:cNvPr id="4036" name="Automatic Date 36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eed4704f-367c-4efb-a9b9-d173f636102b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36" name="Automatic Slide Number 36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16feb509-4f75-402f-822f-80fdd9f94104}" type="slidenum">
              <a:rPr lang="en-GB" sz="1000" dirty="0">
                <a:solidFill>
                  <a:srgbClr val="C4A35A"/>
                </a:solidFill>
                <a:latin typeface="Calibri"/>
              </a:rPr>
              <a:t>36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Adaptive Context Reasoning System — a research programme, not a performance number.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Presented By: Jenisha T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(Reg. No. 24ETRP720001)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Supervisor: Dr. Jyothi A 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Department of Computer Science and Engineering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Faculty of Engineering and Technology, MSRUAS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jenisha.t@msruas.ac.in</a:t>
            </a:r>
          </a:p>
        </p:txBody>
      </p:sp>
      <p:sp>
        <p:nvSpPr>
          <p:cNvPr id="4037" name="Automatic Date 37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4237108f-9196-42a8-9ede-5ba3d99c00ec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37" name="Automatic Slide Number 37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d181acde-5a46-47ce-bda5-05478a7ffcb5}" type="slidenum">
              <a:rPr lang="en-GB" sz="1000" dirty="0">
                <a:solidFill>
                  <a:srgbClr val="C4A35A"/>
                </a:solidFill>
                <a:latin typeface="Calibri"/>
              </a:rPr>
              <a:t>37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37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Context Reasoning System (ACRS): A Structural Orchestration Layer for Multi-Agent LLM Ecosystems</dc:title>
  <dc:subject>RESEARCH PROPOSAL · Ph.D. in Computer Science and Engineering</dc:subject>
  <dc:creator>Jenisha T</dc:creator>
  <cp:keywords/>
  <dc:description>Automatic date 7 September 2026; slide numbers via PowerPoint slidenum field.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